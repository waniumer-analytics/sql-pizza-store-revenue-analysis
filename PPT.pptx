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65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5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08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868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68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7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4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1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3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64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491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12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710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703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91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587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0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Pizza Sales Analytics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Food &amp; Restaurant Analytics Project</a:t>
            </a:r>
          </a:p>
          <a:p>
            <a:endParaRPr dirty="0"/>
          </a:p>
          <a:p>
            <a:pPr marL="0" indent="0">
              <a:buNone/>
            </a:pPr>
            <a:r>
              <a:rPr lang="en-US" dirty="0"/>
              <a:t>DESIGNED BY :- WANI UMAR </a:t>
            </a:r>
            <a:endParaRPr dirty="0"/>
          </a:p>
          <a:p>
            <a:pPr marL="0" indent="0">
              <a:buNone/>
            </a:pPr>
            <a:r>
              <a:rPr lang="en-US" dirty="0"/>
              <a:t>                          </a:t>
            </a:r>
            <a:r>
              <a:rPr dirty="0"/>
              <a:t>Data Analyst</a:t>
            </a:r>
          </a:p>
          <a:p>
            <a:endParaRPr dirty="0"/>
          </a:p>
          <a:p>
            <a:r>
              <a:rPr dirty="0"/>
              <a:t>Tools: MySQL | SQL |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This project analyzes pizza sales data to understand:</a:t>
            </a:r>
          </a:p>
          <a:p>
            <a:r>
              <a:t>- Customer purchasing behavior</a:t>
            </a:r>
          </a:p>
          <a:p>
            <a:r>
              <a:t>- Menu performance</a:t>
            </a:r>
          </a:p>
          <a:p>
            <a:r>
              <a:t>- Revenue trends</a:t>
            </a:r>
          </a:p>
          <a:p>
            <a:r>
              <a:t>- Time-based demand patterns</a:t>
            </a:r>
          </a:p>
          <a:p>
            <a:endParaRPr/>
          </a:p>
          <a:p>
            <a:r>
              <a:t>The goal is to generate insights that improve restaurant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dataset consists of four relational tables:</a:t>
            </a:r>
          </a:p>
          <a:p>
            <a:r>
              <a:t>- orders (order id and timestamp)</a:t>
            </a:r>
          </a:p>
          <a:p>
            <a:r>
              <a:t>- order_details (quantity and pizza ordered)</a:t>
            </a:r>
          </a:p>
          <a:p>
            <a:r>
              <a:t>- pizzas (pizza size and price)</a:t>
            </a:r>
          </a:p>
          <a:p>
            <a:r>
              <a:t>- pizza_types (pizza name and category)</a:t>
            </a:r>
          </a:p>
          <a:p>
            <a:endParaRPr/>
          </a:p>
          <a:p>
            <a:r>
              <a:t>This structure enables product, pricing, and revenue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The analysis addresses key restaurant analytics questions:</a:t>
            </a:r>
          </a:p>
          <a:p>
            <a:r>
              <a:t>- Total orders placed</a:t>
            </a:r>
          </a:p>
          <a:p>
            <a:r>
              <a:t>- Total revenue generated</a:t>
            </a:r>
          </a:p>
          <a:p>
            <a:r>
              <a:t>- Most expensive pizza</a:t>
            </a:r>
          </a:p>
          <a:p>
            <a:r>
              <a:t>- Most common pizza size</a:t>
            </a:r>
          </a:p>
          <a:p>
            <a:r>
              <a:t>- Top-selling pizza types</a:t>
            </a:r>
          </a:p>
          <a:p>
            <a:r>
              <a:t>- Hourly demand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restaurant processed:</a:t>
            </a:r>
          </a:p>
          <a:p>
            <a:endParaRPr/>
          </a:p>
          <a:p>
            <a:r>
              <a:t>21,350 total orders</a:t>
            </a:r>
          </a:p>
          <a:p>
            <a:endParaRPr/>
          </a:p>
          <a:p>
            <a:r>
              <a:t>This indicates strong demand across the dataset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total revenue generated from pizza sales is:</a:t>
            </a:r>
          </a:p>
          <a:p>
            <a:endParaRPr/>
          </a:p>
          <a:p>
            <a:r>
              <a:t>$817,860</a:t>
            </a:r>
          </a:p>
          <a:p>
            <a:endParaRPr/>
          </a:p>
          <a:p>
            <a:r>
              <a:t>This metric represents the overall financial performance of the business.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Highest-Priced Pizza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most expensive pizza on the menu is:</a:t>
            </a:r>
          </a:p>
          <a:p>
            <a:endParaRPr/>
          </a:p>
          <a:p>
            <a:r>
              <a:t>Greek Pizza – $35.95</a:t>
            </a:r>
          </a:p>
          <a:p>
            <a:endParaRPr/>
          </a:p>
          <a:p>
            <a:r>
              <a:t>This represents the premium product offering in the menu.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Popular Pizza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most frequently ordered pizza size is:</a:t>
            </a:r>
          </a:p>
          <a:p>
            <a:endParaRPr/>
          </a:p>
          <a:p>
            <a:r>
              <a:t>Large (L) – 18,526 orders</a:t>
            </a:r>
          </a:p>
          <a:p>
            <a:endParaRPr/>
          </a:p>
          <a:p>
            <a:r>
              <a:t>This suggests customers prefer larger portion sizes.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Top-Selling Pizza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The most ordered pizzas include:</a:t>
            </a:r>
          </a:p>
          <a:p>
            <a:r>
              <a:t>- Classic Deluxe Pizza</a:t>
            </a:r>
          </a:p>
          <a:p>
            <a:r>
              <a:t>- Barbecue Chicken Pizza</a:t>
            </a:r>
          </a:p>
          <a:p>
            <a:r>
              <a:t>- Hawaiian Pizza</a:t>
            </a:r>
          </a:p>
          <a:p>
            <a:r>
              <a:t>- Pepperoni Pizza</a:t>
            </a:r>
          </a:p>
          <a:p>
            <a:r>
              <a:t>- Thai Chicken Pizza</a:t>
            </a:r>
          </a:p>
          <a:p>
            <a:endParaRPr/>
          </a:p>
          <a:p>
            <a:r>
              <a:t>These pizzas drive most order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Classic pizza category generates the highest order volume.</a:t>
            </a:r>
          </a:p>
          <a:p>
            <a:endParaRPr/>
          </a:p>
          <a:p>
            <a:r>
              <a:t>It contributes approximately:</a:t>
            </a:r>
          </a:p>
          <a:p>
            <a:r>
              <a:t>26.9% of total revenue.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Hourly Order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demand occurs between:</a:t>
            </a:r>
          </a:p>
          <a:p>
            <a:endParaRPr/>
          </a:p>
          <a:p>
            <a:r>
              <a:t>12 PM – 1 PM</a:t>
            </a:r>
          </a:p>
          <a:p>
            <a:endParaRPr/>
          </a:p>
          <a:p>
            <a:r>
              <a:t>This corresponds with lunch-time demand patterns.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Daily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restaurant receives approximately:</a:t>
            </a:r>
          </a:p>
          <a:p>
            <a:endParaRPr/>
          </a:p>
          <a:p>
            <a:r>
              <a:t>138 orders per day</a:t>
            </a:r>
          </a:p>
          <a:p>
            <a:endParaRPr/>
          </a:p>
          <a:p>
            <a:r>
              <a:t>This helps estimate daily operational demand.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Revenue Generating Pizzas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Pizzas generating the highest revenue include:</a:t>
            </a:r>
          </a:p>
          <a:p>
            <a:r>
              <a:t>- Thai Chicken Pizza</a:t>
            </a:r>
          </a:p>
          <a:p>
            <a:r>
              <a:t>- Barbecue Chicken Pizza</a:t>
            </a:r>
          </a:p>
          <a:p>
            <a:r>
              <a:t>- California Chicken Pizza</a:t>
            </a:r>
          </a:p>
          <a:p>
            <a:endParaRPr/>
          </a:p>
          <a:p>
            <a:r>
              <a:t>These items combine strong demand and higher pricing.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 from the analysis:</a:t>
            </a:r>
          </a:p>
          <a:p>
            <a:r>
              <a:t>- Customers strongly prefer large pizzas</a:t>
            </a:r>
          </a:p>
          <a:p>
            <a:r>
              <a:t>- Classic pizza category dominates demand</a:t>
            </a:r>
          </a:p>
          <a:p>
            <a:r>
              <a:t>- Lunch time has the highest order volume</a:t>
            </a:r>
          </a:p>
          <a:p>
            <a:r>
              <a:t>- Revenue is concentrated among few pizza types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Restaurants should:</a:t>
            </a:r>
          </a:p>
          <a:p>
            <a:r>
              <a:t>- Highlight top-selling pizzas in menus</a:t>
            </a:r>
          </a:p>
          <a:p>
            <a:r>
              <a:t>- Promote high-revenue pizzas</a:t>
            </a:r>
          </a:p>
          <a:p>
            <a:r>
              <a:t>- Introduce lunch time promotions</a:t>
            </a:r>
          </a:p>
          <a:p>
            <a:r>
              <a:t>- Offer bundle deals for large pizzas</a:t>
            </a:r>
          </a:p>
          <a:p>
            <a:r>
              <a:t>- Review low-performing menu items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SQL can be used to analyze restaurant sales data.</a:t>
            </a:r>
          </a:p>
          <a:p>
            <a:endParaRPr/>
          </a:p>
          <a:p>
            <a:r>
              <a:t>The insights help optimize menu strategy, pricing, and operational planning.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834" y="2360089"/>
            <a:ext cx="6798734" cy="1303867"/>
          </a:xfrm>
        </p:spPr>
        <p:txBody>
          <a:bodyPr>
            <a:normAutofit fontScale="90000"/>
          </a:bodyPr>
          <a:lstStyle/>
          <a:p>
            <a:r>
              <a:rPr sz="80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5394960"/>
            <a:ext cx="45719" cy="540172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475</Words>
  <Application>Microsoft Office PowerPoint</Application>
  <PresentationFormat>On-screen Show (4:3)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Garamond</vt:lpstr>
      <vt:lpstr>Organic</vt:lpstr>
      <vt:lpstr>Pizza Sales Analytics Using SQL</vt:lpstr>
      <vt:lpstr>Project Overview</vt:lpstr>
      <vt:lpstr>Dataset Structure</vt:lpstr>
      <vt:lpstr>Business Questions</vt:lpstr>
      <vt:lpstr>Total Orders</vt:lpstr>
      <vt:lpstr>Total Revenue</vt:lpstr>
      <vt:lpstr>Highest-Priced Pizza</vt:lpstr>
      <vt:lpstr>Most Popular Pizza Size</vt:lpstr>
      <vt:lpstr>Top-Selling Pizza Types</vt:lpstr>
      <vt:lpstr>Category Performance</vt:lpstr>
      <vt:lpstr>Hourly Order Distribution</vt:lpstr>
      <vt:lpstr>Average Daily Orders</vt:lpstr>
      <vt:lpstr>Top Revenue Generating Pizzas</vt:lpstr>
      <vt:lpstr>Business Insights</vt:lpstr>
      <vt:lpstr>Business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2026-03-08T06:11:27Z</dcterms:modified>
  <cp:category/>
</cp:coreProperties>
</file>